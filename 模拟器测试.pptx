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0799445" cy="233997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70" userDrawn="1">
          <p15:clr>
            <a:srgbClr val="A4A3A4"/>
          </p15:clr>
        </p15:guide>
        <p15:guide id="2" pos="3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7370"/>
        <p:guide pos="3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000" y="3829585"/>
            <a:ext cx="8100000" cy="8146667"/>
          </a:xfrm>
        </p:spPr>
        <p:txBody>
          <a:bodyPr anchor="b"/>
          <a:lstStyle>
            <a:lvl1pPr algn="ctr">
              <a:defRPr sz="70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000" y="12290419"/>
            <a:ext cx="8100000" cy="564958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750" indent="0" algn="ctr">
              <a:buNone/>
              <a:defRPr sz="2360"/>
            </a:lvl2pPr>
            <a:lvl3pPr marL="1080135" indent="0" algn="ctr">
              <a:buNone/>
              <a:defRPr sz="2125"/>
            </a:lvl3pPr>
            <a:lvl4pPr marL="1619885" indent="0" algn="ctr">
              <a:buNone/>
              <a:defRPr sz="1890"/>
            </a:lvl4pPr>
            <a:lvl5pPr marL="2160270" indent="0" algn="ctr">
              <a:buNone/>
              <a:defRPr sz="1890"/>
            </a:lvl5pPr>
            <a:lvl6pPr marL="2700020" indent="0" algn="ctr">
              <a:buNone/>
              <a:defRPr sz="1890"/>
            </a:lvl6pPr>
            <a:lvl7pPr marL="3239770" indent="0" algn="ctr">
              <a:buNone/>
              <a:defRPr sz="1890"/>
            </a:lvl7pPr>
            <a:lvl8pPr marL="3780155" indent="0" algn="ctr">
              <a:buNone/>
              <a:defRPr sz="1890"/>
            </a:lvl8pPr>
            <a:lvl9pPr marL="4319905" indent="0" algn="ctr">
              <a:buNone/>
              <a:defRPr sz="18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75" y="5833752"/>
            <a:ext cx="9314999" cy="9733749"/>
          </a:xfrm>
        </p:spPr>
        <p:txBody>
          <a:bodyPr anchor="b"/>
          <a:lstStyle>
            <a:lvl1pPr>
              <a:defRPr sz="70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75" y="15659585"/>
            <a:ext cx="9314999" cy="51187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7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2pPr>
            <a:lvl3pPr marL="108013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61988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602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7000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77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8015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0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00" y="6229167"/>
            <a:ext cx="4590000" cy="1484708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500" y="6229167"/>
            <a:ext cx="4590000" cy="1484708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1245833"/>
            <a:ext cx="9314999" cy="452291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07" y="5736252"/>
            <a:ext cx="4568906" cy="281124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07" y="8547500"/>
            <a:ext cx="4568906" cy="1257208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500" y="5736252"/>
            <a:ext cx="4591406" cy="2811248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750" indent="0">
              <a:buNone/>
              <a:defRPr sz="2360" b="1"/>
            </a:lvl2pPr>
            <a:lvl3pPr marL="1080135" indent="0">
              <a:buNone/>
              <a:defRPr sz="2125" b="1"/>
            </a:lvl3pPr>
            <a:lvl4pPr marL="1619885" indent="0">
              <a:buNone/>
              <a:defRPr sz="1890" b="1"/>
            </a:lvl4pPr>
            <a:lvl5pPr marL="2160270" indent="0">
              <a:buNone/>
              <a:defRPr sz="1890" b="1"/>
            </a:lvl5pPr>
            <a:lvl6pPr marL="2700020" indent="0">
              <a:buNone/>
              <a:defRPr sz="1890" b="1"/>
            </a:lvl6pPr>
            <a:lvl7pPr marL="3239770" indent="0">
              <a:buNone/>
              <a:defRPr sz="1890" b="1"/>
            </a:lvl7pPr>
            <a:lvl8pPr marL="3780155" indent="0">
              <a:buNone/>
              <a:defRPr sz="1890" b="1"/>
            </a:lvl8pPr>
            <a:lvl9pPr marL="4319905" indent="0">
              <a:buNone/>
              <a:defRPr sz="18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500" y="8547500"/>
            <a:ext cx="4591406" cy="1257208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1560000"/>
            <a:ext cx="3483281" cy="546000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406" y="3369167"/>
            <a:ext cx="5467500" cy="16629167"/>
          </a:xfrm>
        </p:spPr>
        <p:txBody>
          <a:bodyPr/>
          <a:lstStyle>
            <a:lvl1pPr>
              <a:defRPr sz="3780"/>
            </a:lvl1pPr>
            <a:lvl2pPr>
              <a:defRPr sz="3305"/>
            </a:lvl2pPr>
            <a:lvl3pPr>
              <a:defRPr sz="2835"/>
            </a:lvl3pPr>
            <a:lvl4pPr>
              <a:defRPr sz="2360"/>
            </a:lvl4pPr>
            <a:lvl5pPr>
              <a:defRPr sz="2360"/>
            </a:lvl5pPr>
            <a:lvl6pPr>
              <a:defRPr sz="2360"/>
            </a:lvl6pPr>
            <a:lvl7pPr>
              <a:defRPr sz="2360"/>
            </a:lvl7pPr>
            <a:lvl8pPr>
              <a:defRPr sz="2360"/>
            </a:lvl8pPr>
            <a:lvl9pPr>
              <a:defRPr sz="23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7020000"/>
            <a:ext cx="3483281" cy="13005419"/>
          </a:xfrm>
        </p:spPr>
        <p:txBody>
          <a:bodyPr/>
          <a:lstStyle>
            <a:lvl1pPr marL="0" indent="0">
              <a:buNone/>
              <a:defRPr sz="1890"/>
            </a:lvl1pPr>
            <a:lvl2pPr marL="539750" indent="0">
              <a:buNone/>
              <a:defRPr sz="1655"/>
            </a:lvl2pPr>
            <a:lvl3pPr marL="1080135" indent="0">
              <a:buNone/>
              <a:defRPr sz="1415"/>
            </a:lvl3pPr>
            <a:lvl4pPr marL="1619885" indent="0">
              <a:buNone/>
              <a:defRPr sz="1180"/>
            </a:lvl4pPr>
            <a:lvl5pPr marL="2160270" indent="0">
              <a:buNone/>
              <a:defRPr sz="1180"/>
            </a:lvl5pPr>
            <a:lvl6pPr marL="2700020" indent="0">
              <a:buNone/>
              <a:defRPr sz="1180"/>
            </a:lvl6pPr>
            <a:lvl7pPr marL="3239770" indent="0">
              <a:buNone/>
              <a:defRPr sz="1180"/>
            </a:lvl7pPr>
            <a:lvl8pPr marL="3780155" indent="0">
              <a:buNone/>
              <a:defRPr sz="1180"/>
            </a:lvl8pPr>
            <a:lvl9pPr marL="4319905" indent="0">
              <a:buNone/>
              <a:defRPr sz="11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1560000"/>
            <a:ext cx="3483281" cy="546000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406" y="3369167"/>
            <a:ext cx="5467500" cy="16629167"/>
          </a:xfrm>
        </p:spPr>
        <p:txBody>
          <a:bodyPr/>
          <a:lstStyle>
            <a:lvl1pPr marL="0" indent="0">
              <a:buNone/>
              <a:defRPr sz="3780"/>
            </a:lvl1pPr>
            <a:lvl2pPr marL="539750" indent="0">
              <a:buNone/>
              <a:defRPr sz="3305"/>
            </a:lvl2pPr>
            <a:lvl3pPr marL="1080135" indent="0">
              <a:buNone/>
              <a:defRPr sz="2835"/>
            </a:lvl3pPr>
            <a:lvl4pPr marL="1619885" indent="0">
              <a:buNone/>
              <a:defRPr sz="2360"/>
            </a:lvl4pPr>
            <a:lvl5pPr marL="2160270" indent="0">
              <a:buNone/>
              <a:defRPr sz="2360"/>
            </a:lvl5pPr>
            <a:lvl6pPr marL="2700020" indent="0">
              <a:buNone/>
              <a:defRPr sz="2360"/>
            </a:lvl6pPr>
            <a:lvl7pPr marL="3239770" indent="0">
              <a:buNone/>
              <a:defRPr sz="2360"/>
            </a:lvl7pPr>
            <a:lvl8pPr marL="3780155" indent="0">
              <a:buNone/>
              <a:defRPr sz="2360"/>
            </a:lvl8pPr>
            <a:lvl9pPr marL="4319905" indent="0">
              <a:buNone/>
              <a:defRPr sz="23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7020000"/>
            <a:ext cx="3483281" cy="13005419"/>
          </a:xfrm>
        </p:spPr>
        <p:txBody>
          <a:bodyPr/>
          <a:lstStyle>
            <a:lvl1pPr marL="0" indent="0">
              <a:buNone/>
              <a:defRPr sz="1890"/>
            </a:lvl1pPr>
            <a:lvl2pPr marL="539750" indent="0">
              <a:buNone/>
              <a:defRPr sz="1655"/>
            </a:lvl2pPr>
            <a:lvl3pPr marL="1080135" indent="0">
              <a:buNone/>
              <a:defRPr sz="1415"/>
            </a:lvl3pPr>
            <a:lvl4pPr marL="1619885" indent="0">
              <a:buNone/>
              <a:defRPr sz="1180"/>
            </a:lvl4pPr>
            <a:lvl5pPr marL="2160270" indent="0">
              <a:buNone/>
              <a:defRPr sz="1180"/>
            </a:lvl5pPr>
            <a:lvl6pPr marL="2700020" indent="0">
              <a:buNone/>
              <a:defRPr sz="1180"/>
            </a:lvl6pPr>
            <a:lvl7pPr marL="3239770" indent="0">
              <a:buNone/>
              <a:defRPr sz="1180"/>
            </a:lvl7pPr>
            <a:lvl8pPr marL="3780155" indent="0">
              <a:buNone/>
              <a:defRPr sz="1180"/>
            </a:lvl8pPr>
            <a:lvl9pPr marL="4319905" indent="0">
              <a:buNone/>
              <a:defRPr sz="118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750" y="1245833"/>
            <a:ext cx="2328750" cy="1983041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00" y="1245833"/>
            <a:ext cx="6851250" cy="1983041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00" y="1245833"/>
            <a:ext cx="9314999" cy="4522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00" y="6229167"/>
            <a:ext cx="9314999" cy="14847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00" y="21688334"/>
            <a:ext cx="2430000" cy="124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500" y="21688334"/>
            <a:ext cx="3645000" cy="124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500" y="21688334"/>
            <a:ext cx="2430000" cy="1245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80135" rtl="0" eaLnBrk="1" latinLnBrk="0" hangingPunct="1">
        <a:lnSpc>
          <a:spcPct val="90000"/>
        </a:lnSpc>
        <a:spcBef>
          <a:spcPct val="0"/>
        </a:spcBef>
        <a:buNone/>
        <a:defRPr sz="51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1080135" rtl="0" eaLnBrk="1" latinLnBrk="0" hangingPunct="1">
        <a:lnSpc>
          <a:spcPct val="90000"/>
        </a:lnSpc>
        <a:spcBef>
          <a:spcPts val="1180"/>
        </a:spcBef>
        <a:buFont typeface="Arial" panose="020B0604020202020204" pitchFamily="34" charset="0"/>
        <a:buChar char="•"/>
        <a:defRPr sz="3305" kern="1200">
          <a:solidFill>
            <a:schemeClr val="tx1"/>
          </a:solidFill>
          <a:latin typeface="+mn-lt"/>
          <a:ea typeface="+mn-ea"/>
          <a:cs typeface="+mn-cs"/>
        </a:defRPr>
      </a:lvl1pPr>
      <a:lvl2pPr marL="8102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5001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8976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43014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969895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51028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405003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589780" indent="-269875" algn="l" defTabSz="1080135" rtl="0" eaLnBrk="1" latinLnBrk="0" hangingPunct="1">
        <a:lnSpc>
          <a:spcPct val="90000"/>
        </a:lnSpc>
        <a:spcBef>
          <a:spcPts val="590"/>
        </a:spcBef>
        <a:buFont typeface="Arial" panose="020B0604020202020204" pitchFamily="34" charset="0"/>
        <a:buChar char="•"/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3pPr>
      <a:lvl4pPr marL="161988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5pPr>
      <a:lvl6pPr marL="270002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6pPr>
      <a:lvl7pPr marL="3239770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8pPr>
      <a:lvl9pPr marL="4319905" algn="l" defTabSz="1080135" rtl="0" eaLnBrk="1" latinLnBrk="0" hangingPunct="1">
        <a:defRPr sz="2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层-79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985"/>
            <a:ext cx="10799445" cy="23412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图层-79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985"/>
            <a:ext cx="10799445" cy="23412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层-79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985"/>
            <a:ext cx="10799445" cy="2341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图层-79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985"/>
            <a:ext cx="10799445" cy="2341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郑少燕</cp:lastModifiedBy>
  <cp:revision>5</cp:revision>
  <dcterms:created xsi:type="dcterms:W3CDTF">2023-08-09T12:44:00Z</dcterms:created>
  <dcterms:modified xsi:type="dcterms:W3CDTF">2026-04-01T09:04:52Z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9CAB6888805A4D5FB4146D99728C359E_12</vt:lpwstr>
  </property>
</Properties>
</file>